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1041-FFAF-D3DC-CE07-46F6ACEAE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31ED0-6083-12D8-5D29-8CE51685C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2C66C-96B7-2A87-5C72-22897C64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D7361-FE54-42D5-1A6E-73AB6FDE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A9F57-18D1-86D3-CB49-FEA3EF99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31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82C29-2E29-A0CF-9561-CFD8A14B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3E49-221F-F29D-82FD-7022231E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9FAB5-149F-E572-B256-07B3E4A9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0F434-CE90-009E-DC86-5F63BBF19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601C8-555B-DF7F-342A-623A2637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83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3AEC-5ADC-9B68-2901-14ED35F22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8514C-25CD-C1A5-3443-3182A459D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497CA-E523-B233-FA1C-F86178A01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45B7-C6DF-6967-25D8-E9796896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A4299-971E-FB21-9309-68149C1D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40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CCD8-2135-2DA7-E7B2-8EF725FA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75AC9-AE8E-4E11-4DEB-E0437C6E3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63A71-B91F-B868-1AEF-53BFE6569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BDB47-C5BF-F06B-1AE3-0C275002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0F536-ED0F-8CAA-4D51-4553FF225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81D17-F884-45C3-AA3B-D938F660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09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8D09-1CB2-1546-CB5A-C159DB84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54286-5DC6-B6BF-5224-E6B9FED9B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66439-8D92-4DC9-C85A-DE32C6505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F0408-6BC1-D4A1-3C90-51A22EFED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39411-4948-AEED-1B08-352D8D8A1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18DBD5-EFFD-A64E-A091-B3BA5081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3B830-F804-CC40-076C-6B1B159C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8C2DBF-4700-76CB-F8C0-F2ED5B87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49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B6EE-458F-97F4-D5B5-C1963735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6DE4A-A52D-F454-24B6-7786AE5F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2FDF6-3F3A-59F4-49C5-E916A90E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2BBA4-2DA0-DCFA-99EB-D53A4DC3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90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81CF4-776A-697D-C873-D3974CE8A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51144-380D-8EE3-F165-8209C063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A7649-6130-D005-BF56-02FC2445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33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5195-97F9-640B-86A9-B25C3D67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2A31A-FA22-EAA7-440E-7748E4605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24D62-1B31-753A-00FF-6B488F3EF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E3AE5-538A-B443-00AA-E63C6F21F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B2367-5080-3D56-7784-FA20D217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9D831-BF56-DED1-BCD7-B3F046AC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38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B9B2-3894-1C0D-6FA1-4C418FD8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CB5F87-DC4E-A300-283C-3D54A12F9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2042C-7563-A286-0826-93138E4DA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D6D52-4413-4395-6160-89FF62141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01CCC-C8F3-042D-5684-FED79245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A67A7-5698-72D7-A934-A2B94B65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92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CE07-2E7E-50F4-3D56-E9022ED9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978C5-4336-02F5-16D2-7402496A3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E6FAC-8DAE-EF06-D032-5C3EFB27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033C6-7BFC-AFE5-3CB1-49E838AF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6CB2A-DF42-026D-BF87-1FF3E296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99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036A64-06D3-B824-51A4-16632400A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A44F3A-F9FC-2DA7-63B0-606F6915E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4B403-4E50-52EF-18E1-39334844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9F6AE-F52A-29BD-3E66-19C89A5E9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641B1-4CB7-F327-D63F-7A219B64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164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4FA26B-B551-CFB0-FD57-D1ABF944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CFA6D-CC0E-EB24-8F03-BA30E8BFE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E5D7A-BFE3-C25D-18E4-399CAB3C4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649F4-B8E4-410B-AC4B-298EB93171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AA87F-E8BE-73F2-C715-08D96EE4E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CE4E2-EFC5-5375-AD28-D8C91792A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21C35-4B6A-4016-A832-2B7CEE09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1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145DE-6BAF-C202-CE17-3FE665A7E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42875"/>
            <a:ext cx="11887200" cy="6034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Read the following facts carefully (You shall copy) &amp; answer the questions.</a:t>
            </a:r>
          </a:p>
          <a:p>
            <a:pPr marL="0" indent="0" algn="just">
              <a:buNone/>
            </a:pPr>
            <a:r>
              <a:rPr lang="en-IN" sz="2400" i="1" dirty="0">
                <a:solidFill>
                  <a:srgbClr val="0070C0"/>
                </a:solidFill>
              </a:rPr>
              <a:t>Kumar wanted to analyse the economical status of the people of a village. He visited in person to the village. He was unable to meet the entire strength of 1854 who live over there. Hence, he circulated a list of questions among 120 persons. Out of 120 only 116 turned up, duly filled and submitted the responses.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i="1" dirty="0">
                <a:solidFill>
                  <a:srgbClr val="0070C0"/>
                </a:solidFill>
              </a:rPr>
              <a:t>Data were collected from 62 male and 54 female respondents.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i="1" dirty="0">
                <a:solidFill>
                  <a:srgbClr val="0070C0"/>
                </a:solidFill>
              </a:rPr>
              <a:t>They were classified into four categories: No income [4 persons], Lower income [76persons], Moderate income [30 persons], and Higher income [6 persons].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i="1" dirty="0">
                <a:solidFill>
                  <a:srgbClr val="0070C0"/>
                </a:solidFill>
              </a:rPr>
              <a:t>15 persons are entrepreneurs and they do not fall under any of the first two categories.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i="1" dirty="0">
                <a:solidFill>
                  <a:srgbClr val="0070C0"/>
                </a:solidFill>
              </a:rPr>
              <a:t>Respondents’ age group is determined as follows:</a:t>
            </a:r>
          </a:p>
          <a:p>
            <a:pPr lvl="1" algn="just"/>
            <a:r>
              <a:rPr lang="en-IN" sz="2000" i="1" dirty="0">
                <a:solidFill>
                  <a:srgbClr val="0070C0"/>
                </a:solidFill>
              </a:rPr>
              <a:t>14 to 19 years – 21</a:t>
            </a:r>
          </a:p>
          <a:p>
            <a:pPr lvl="1" algn="just"/>
            <a:r>
              <a:rPr lang="en-IN" sz="2000" i="1" dirty="0">
                <a:solidFill>
                  <a:srgbClr val="0070C0"/>
                </a:solidFill>
              </a:rPr>
              <a:t>20 to 40 years – 58</a:t>
            </a:r>
          </a:p>
          <a:p>
            <a:pPr lvl="1" algn="just"/>
            <a:r>
              <a:rPr lang="en-IN" sz="2000" i="1" dirty="0">
                <a:solidFill>
                  <a:srgbClr val="0070C0"/>
                </a:solidFill>
              </a:rPr>
              <a:t>41 to 60 years - 37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70C0"/>
                </a:solidFill>
              </a:rPr>
              <a:t>  </a:t>
            </a:r>
          </a:p>
          <a:p>
            <a:pPr marL="0" indent="0">
              <a:buNone/>
            </a:pPr>
            <a:endParaRPr lang="en-IN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42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8E6F3-F08F-1DB8-1DDD-4B183B088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66675"/>
            <a:ext cx="11896725" cy="65913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Answer the following (Percentage analysis).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Questions 9 to 12 need your own understanding and perspective.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What type of data collection is carried out in this study?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Find the population size and sample size.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Find the ratio between the population and sample.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Find the percentage of respondents from the total number of persons received the questionnaire.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What is the percentage of male and female respondents of the study.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Find the percentage of all the income categories.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Find the percentage of all the age groups.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Find the percentage of entrepreneurs of the village.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What do you understand by analyzing the age groups?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What do you understand by analyzing the income groups?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Are you able to find any relation between the age group and income group? If yes elaborate.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>
                <a:solidFill>
                  <a:srgbClr val="C00000"/>
                </a:solidFill>
              </a:rPr>
              <a:t>Write your summary and conclusion regarding the economical status of the village.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64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320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Dr.Nandha Kumar K G</dc:creator>
  <cp:lastModifiedBy>Dr.Nandha Kumar K G</cp:lastModifiedBy>
  <cp:revision>1</cp:revision>
  <dcterms:created xsi:type="dcterms:W3CDTF">2026-03-09T05:34:02Z</dcterms:created>
  <dcterms:modified xsi:type="dcterms:W3CDTF">2026-03-09T06:25:53Z</dcterms:modified>
</cp:coreProperties>
</file>